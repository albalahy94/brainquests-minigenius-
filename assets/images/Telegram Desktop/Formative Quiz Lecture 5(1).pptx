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"/>
  </p:notesMasterIdLst>
  <p:sldIdLst>
    <p:sldId id="256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11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19633-5BA7-4C37-BA2D-17316432831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AC9F-0610-4EA5-B694-476C426C2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5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8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57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7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4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4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04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6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9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0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29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50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3" name="Picture 12" descr="3D black question marks with one yellow question mark">
            <a:extLst>
              <a:ext uri="{FF2B5EF4-FFF2-40B4-BE49-F238E27FC236}">
                <a16:creationId xmlns:a16="http://schemas.microsoft.com/office/drawing/2014/main" id="{81204B44-7476-1AD5-A06D-259A432D46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61" r="23450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0F77D-D0A4-136B-7DFB-C56F18351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Formative Quiz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473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A24F-AF0A-8C5C-5F50-62FD4548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B56B-0750-FFFE-B830-091DC4FA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397" y="231732"/>
            <a:ext cx="10890929" cy="670142"/>
          </a:xfrm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Answer the following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EF6CB-07EE-84F7-109B-A80EFB1FA713}"/>
              </a:ext>
            </a:extLst>
          </p:cNvPr>
          <p:cNvSpPr txBox="1"/>
          <p:nvPr/>
        </p:nvSpPr>
        <p:spPr>
          <a:xfrm>
            <a:off x="0" y="1365337"/>
            <a:ext cx="12250455" cy="368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Q1. Role of mucilage in linseed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……………………………………………………………..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Q2. Mention the adverse reaction of linseed administration?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…………………………………………………………………….</a:t>
            </a: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tabLst>
                <a:tab pos="240029" algn="l"/>
              </a:tabLst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Q3. From the safety precautions, linseed </a:t>
            </a:r>
            <a:r>
              <a:rPr lang="en-US" sz="2800" b="1" kern="0" dirty="0">
                <a:solidFill>
                  <a:sysClr val="windowText" lastClr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should n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ot</a:t>
            </a:r>
            <a:r>
              <a:rPr kumimoji="0" lang="en-US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be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used</a:t>
            </a:r>
            <a:r>
              <a:rPr kumimoji="0" lang="en-US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</a:t>
            </a:r>
            <a:r>
              <a:rPr kumimoji="0" lang="en-US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intestinal</a:t>
            </a:r>
            <a:r>
              <a:rPr kumimoji="0" lang="en-US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obstructions. Rationalize</a:t>
            </a: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tabLst>
                <a:tab pos="240029" algn="l"/>
              </a:tabLst>
              <a:defRPr/>
            </a:pPr>
            <a:r>
              <a:rPr lang="en-US" sz="2800" b="1" kern="0" spc="-10" dirty="0">
                <a:solidFill>
                  <a:sysClr val="windowText" lastClr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………………………………………………………….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43574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43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ADLaM Display</vt:lpstr>
      <vt:lpstr>Aptos</vt:lpstr>
      <vt:lpstr>Arial</vt:lpstr>
      <vt:lpstr>Grandview Display</vt:lpstr>
      <vt:lpstr>Neue Haas Grotesk Text Pro</vt:lpstr>
      <vt:lpstr>DashVTI</vt:lpstr>
      <vt:lpstr>Formative Quiz</vt:lpstr>
      <vt:lpstr>Answer the following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Dalia Galal</dc:creator>
  <cp:lastModifiedBy>Dalia Galal</cp:lastModifiedBy>
  <cp:revision>9</cp:revision>
  <dcterms:created xsi:type="dcterms:W3CDTF">2026-03-06T12:22:38Z</dcterms:created>
  <dcterms:modified xsi:type="dcterms:W3CDTF">2026-03-07T14:08:55Z</dcterms:modified>
</cp:coreProperties>
</file>